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49E8-D005-8445-947F-3779503FE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E7036-66EF-39E0-AF52-09E6121DB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897C2-EA6D-90B4-6271-A6843CDB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B25F-7AB0-453E-95E0-84FB3965681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BBD60-A554-EBCE-1CC6-531FB623B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C23F2-19BA-155B-9AF4-89B3FAD5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3B432-0FEB-48B5-82F4-C8D732A5D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60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3F69-B6CA-AAF2-7178-D5492A00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69BC5-404C-0D2F-C33A-944E2DEB1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93A6B-5CAF-E8B6-AE1E-E4931CEFD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B25F-7AB0-453E-95E0-84FB3965681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AF446-DF43-CCD4-F7C8-8427B12D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8D2B8-7C2E-056E-261D-91EE394A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3B432-0FEB-48B5-82F4-C8D732A5D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02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2046-8924-4A12-50A5-FDDE57B1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A3925-5D6E-DAFB-CC44-C5898B7FE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1B63B-35C7-808D-76A2-51813BF9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B25F-7AB0-453E-95E0-84FB3965681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4EDEB-9E84-3D52-8F3F-EB835BC6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4149D-845B-F868-1B8C-C9B4489E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3B432-0FEB-48B5-82F4-C8D732A5D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50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56FF-4488-5A93-2768-E5F9302BD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F97BB-3134-3C85-FFDE-F44ACD05D6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30471-BE78-7D8F-A07C-C31C2D0F7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9FB9B-7120-4F8E-6A7A-9AE60827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B25F-7AB0-453E-95E0-84FB3965681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32C51-0D98-D42D-919A-00560B41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D31D1-C6BA-EF53-D6C1-51B6BE93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3B432-0FEB-48B5-82F4-C8D732A5D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04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2FCB-0EF3-B8A8-92C7-506FF2A34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EB078-1362-4030-DDF3-85CA0D019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63B66-571C-F3F6-BA1E-815BC9A98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940CC7-9B8E-A8AD-9498-6187CBE94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B4D43-938F-5355-35DB-5E1C825F3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81DE0-4CB6-62A3-62A2-2D003128A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B25F-7AB0-453E-95E0-84FB3965681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C5816B-FCD8-BDC9-5F7F-618B7CDC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D9154-B570-B734-DF42-4A27D1DF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3B432-0FEB-48B5-82F4-C8D732A5D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10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E3F50-D7FD-9010-F298-8907F3338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670C2C-5C93-991D-8B73-09F8F1B5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B25F-7AB0-453E-95E0-84FB3965681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E21D83-B8DC-61CB-1D3F-48C2ADCF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8D4AB-2F2D-7786-3360-AE0D2A81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3B432-0FEB-48B5-82F4-C8D732A5D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026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8AEFC-3160-D7AC-1200-C595DB1D2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B25F-7AB0-453E-95E0-84FB3965681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80E21-AFEA-5139-6C99-6DC89193C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3FD08-B72A-69F0-EE24-F5C790927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3B432-0FEB-48B5-82F4-C8D732A5D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098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52EC6-7CF0-B44A-79C0-682C8A5E9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6D8D0-3843-1C30-ACF1-BF50FF166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BA8A8-905A-F228-571A-7B61C8075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ECB8C-C75D-185C-1D98-00B875BF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B25F-7AB0-453E-95E0-84FB3965681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3536D-9E03-6346-5CBC-2A0983D83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32E5D-3BDF-7418-94AC-C71F89AA5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3B432-0FEB-48B5-82F4-C8D732A5D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375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0C517-D307-617C-4F8C-AD7CBDA1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EF785-EEA2-6DA8-4125-803DDB344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F7612-5F4E-1AD7-CCA9-3E52F6F25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BD92E-CA3E-3E0C-99E2-767D2BF5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B25F-7AB0-453E-95E0-84FB3965681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A8485-C845-48ED-A88F-70865407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19F3-5E09-D8D0-2808-9E71394C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3B432-0FEB-48B5-82F4-C8D732A5D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27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4963-BF8B-0A26-FA45-60CDCFFC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8985F-9ADD-FEF4-8683-1404F6A55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02654-80C8-2DCE-39E5-1130D694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B25F-7AB0-453E-95E0-84FB3965681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2DF78-9120-AD99-4A40-5990420E8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9497B-1CCE-2564-66D7-6ED633FE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3B432-0FEB-48B5-82F4-C8D732A5D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474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540206-EBE9-BA4D-FABF-89E25FB77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830E6-C0E5-172D-8AC2-3978F2BF5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19518-951D-21DC-71F1-41E62EBC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B25F-7AB0-453E-95E0-84FB3965681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B7F32-B7A4-872D-CC94-BF415754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D0AF9-19D5-C170-F691-EE8C97F1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3B432-0FEB-48B5-82F4-C8D732A5D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246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E4800-E8B1-42B1-A4EB-E2CAC704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23393-A575-8A30-E346-C5B82911B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CE2D6-61B9-D31D-9E86-84A4E2DB1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2B25F-7AB0-453E-95E0-84FB39656810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692F8-ECE0-CA9B-83FE-5F043DAC8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CF856-33FA-E74F-07F3-56846922C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3B432-0FEB-48B5-82F4-C8D732A5D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213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34AD-4D14-422A-2AAE-F5123D4655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73E20-B875-0884-7189-57FC685BFB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54348F-C59A-CC7C-11FF-F872DDEDE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87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DE88-AC3F-4ACF-BA29-7C07A8EFD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67090D-E793-785A-2D44-B939454DD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093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29524-49DB-A20C-E536-76B0D80C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5364C5-D89C-9FF5-B925-3EFAE2A9C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85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E95EB-E7B4-2044-4541-FDC662BB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0E6336-3534-E880-7AE8-FF9669B3D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92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JADHAV</dc:creator>
  <cp:lastModifiedBy>ROHIT JADHAV</cp:lastModifiedBy>
  <cp:revision>1</cp:revision>
  <dcterms:created xsi:type="dcterms:W3CDTF">2026-03-25T17:49:48Z</dcterms:created>
  <dcterms:modified xsi:type="dcterms:W3CDTF">2026-03-25T18:07:27Z</dcterms:modified>
</cp:coreProperties>
</file>